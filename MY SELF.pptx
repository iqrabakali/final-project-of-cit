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B17B3-2C69-4776-8CD5-DAD2D9954D3F}" v="1072" dt="2025-09-27T12:52:22.736"/>
    <p1510:client id="{3A1E83F1-D5A7-695E-0814-FEA5397B3072}" v="405" dt="2025-09-26T14:36:47.192"/>
    <p1510:client id="{67F1FDBB-3326-4818-8181-08D8BEB469FD}" v="1" dt="2025-09-27T10:33:00.322"/>
    <p1510:client id="{741C651C-5962-46CF-A182-40FB13369CB4}" v="23" dt="2025-09-27T11:10:14.515"/>
    <p1510:client id="{C576C412-08C4-45C1-A8B3-5676C9E8EA10}" v="305" dt="2025-09-25T19:21:59.699"/>
    <p1510:client id="{D94A12F2-A183-25AF-6A78-455A25AC189C}" v="2" dt="2025-09-27T12:56:38.116"/>
    <p1510:client id="{E21F12E3-B44A-7B11-8BF8-0AAD850D8648}" v="13" dt="2025-09-26T14:40:30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qra bakali" userId="a52b5528052b1c8f" providerId="Windows Live" clId="Web-{67F1FDBB-3326-4818-8181-08D8BEB469FD}"/>
    <pc:docChg chg="modSld">
      <pc:chgData name="iqra bakali" userId="a52b5528052b1c8f" providerId="Windows Live" clId="Web-{67F1FDBB-3326-4818-8181-08D8BEB469FD}" dt="2025-09-27T10:33:00.322" v="0" actId="14100"/>
      <pc:docMkLst>
        <pc:docMk/>
      </pc:docMkLst>
      <pc:sldChg chg="modSp">
        <pc:chgData name="iqra bakali" userId="a52b5528052b1c8f" providerId="Windows Live" clId="Web-{67F1FDBB-3326-4818-8181-08D8BEB469FD}" dt="2025-09-27T10:33:00.322" v="0" actId="14100"/>
        <pc:sldMkLst>
          <pc:docMk/>
          <pc:sldMk cId="4129310743" sldId="261"/>
        </pc:sldMkLst>
        <pc:spChg chg="mod">
          <ac:chgData name="iqra bakali" userId="a52b5528052b1c8f" providerId="Windows Live" clId="Web-{67F1FDBB-3326-4818-8181-08D8BEB469FD}" dt="2025-09-27T10:33:00.322" v="0" actId="14100"/>
          <ac:spMkLst>
            <pc:docMk/>
            <pc:sldMk cId="4129310743" sldId="261"/>
            <ac:spMk id="3" creationId="{96776E4C-FDDE-A086-68B3-2BC4753B4935}"/>
          </ac:spMkLst>
        </pc:spChg>
      </pc:sldChg>
    </pc:docChg>
  </pc:docChgLst>
  <pc:docChgLst>
    <pc:chgData name="iqra bakali" userId="a52b5528052b1c8f" providerId="Windows Live" clId="Web-{D94A12F2-A183-25AF-6A78-455A25AC189C}"/>
    <pc:docChg chg="modSld modMainMaster">
      <pc:chgData name="iqra bakali" userId="a52b5528052b1c8f" providerId="Windows Live" clId="Web-{D94A12F2-A183-25AF-6A78-455A25AC189C}" dt="2025-09-27T12:56:38.116" v="1"/>
      <pc:docMkLst>
        <pc:docMk/>
      </pc:docMkLst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109857222" sldId="256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2887665434" sldId="257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2509268554" sldId="258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561249619" sldId="259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2178467556" sldId="260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17339168" sldId="261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2775509859" sldId="262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3797772861" sldId="263"/>
        </pc:sldMkLst>
      </pc:sldChg>
      <pc:sldChg chg="modTransition">
        <pc:chgData name="iqra bakali" userId="a52b5528052b1c8f" providerId="Windows Live" clId="Web-{D94A12F2-A183-25AF-6A78-455A25AC189C}" dt="2025-09-27T12:56:38.116" v="1"/>
        <pc:sldMkLst>
          <pc:docMk/>
          <pc:sldMk cId="2192033743" sldId="264"/>
        </pc:sldMkLst>
      </pc:sldChg>
      <pc:sldMasterChg chg="modTransition modSldLayout">
        <pc:chgData name="iqra bakali" userId="a52b5528052b1c8f" providerId="Windows Live" clId="Web-{D94A12F2-A183-25AF-6A78-455A25AC189C}" dt="2025-09-27T12:56:38.116" v="1"/>
        <pc:sldMasterMkLst>
          <pc:docMk/>
          <pc:sldMasterMk cId="3236315050" sldId="2147483834"/>
        </pc:sldMasterMkLst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338101439" sldId="2147483835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418935091" sldId="2147483836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645979734" sldId="2147483837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2716183820" sldId="2147483838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3255572964" sldId="2147483839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1078257976" sldId="2147483840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512302590" sldId="2147483841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1261982798" sldId="2147483842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1132844362" sldId="2147483843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3276014332" sldId="2147483844"/>
          </pc:sldLayoutMkLst>
        </pc:sldLayoutChg>
        <pc:sldLayoutChg chg="modTransition">
          <pc:chgData name="iqra bakali" userId="a52b5528052b1c8f" providerId="Windows Live" clId="Web-{D94A12F2-A183-25AF-6A78-455A25AC189C}" dt="2025-09-27T12:56:38.116" v="1"/>
          <pc:sldLayoutMkLst>
            <pc:docMk/>
            <pc:sldMasterMk cId="3236315050" sldId="2147483834"/>
            <pc:sldLayoutMk cId="2847047007" sldId="2147483845"/>
          </pc:sldLayoutMkLst>
        </pc:sldLayoutChg>
      </pc:sldMasterChg>
    </pc:docChg>
  </pc:docChgLst>
  <pc:docChgLst>
    <pc:chgData name="iqra bakali" userId="a52b5528052b1c8f" providerId="Windows Live" clId="Web-{0A8B17B3-2C69-4776-8CD5-DAD2D9954D3F}"/>
    <pc:docChg chg="mod addSld delSld modSld addMainMaster delMainMaster">
      <pc:chgData name="iqra bakali" userId="a52b5528052b1c8f" providerId="Windows Live" clId="Web-{0A8B17B3-2C69-4776-8CD5-DAD2D9954D3F}" dt="2025-09-27T12:52:07.924" v="1051" actId="20577"/>
      <pc:docMkLst>
        <pc:docMk/>
      </pc:docMkLst>
      <pc:sldChg chg="delSp modSp mod modClrScheme delDesignElem chgLayout">
        <pc:chgData name="iqra bakali" userId="a52b5528052b1c8f" providerId="Windows Live" clId="Web-{0A8B17B3-2C69-4776-8CD5-DAD2D9954D3F}" dt="2025-09-27T11:22:15.613" v="52"/>
        <pc:sldMkLst>
          <pc:docMk/>
          <pc:sldMk cId="109857222" sldId="256"/>
        </pc:sldMkLst>
        <pc:spChg chg="mod ord">
          <ac:chgData name="iqra bakali" userId="a52b5528052b1c8f" providerId="Windows Live" clId="Web-{0A8B17B3-2C69-4776-8CD5-DAD2D9954D3F}" dt="2025-09-27T11:22:15.613" v="52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iqra bakali" userId="a52b5528052b1c8f" providerId="Windows Live" clId="Web-{0A8B17B3-2C69-4776-8CD5-DAD2D9954D3F}" dt="2025-09-27T11:22:15.613" v="52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iqra bakali" userId="a52b5528052b1c8f" providerId="Windows Live" clId="Web-{0A8B17B3-2C69-4776-8CD5-DAD2D9954D3F}" dt="2025-09-27T11:16:17.785" v="43"/>
          <ac:spMkLst>
            <pc:docMk/>
            <pc:sldMk cId="109857222" sldId="256"/>
            <ac:spMk id="8" creationId="{97AB4D1A-6270-4D15-9F1C-349AF05AFAA7}"/>
          </ac:spMkLst>
        </pc:spChg>
        <pc:spChg chg="del">
          <ac:chgData name="iqra bakali" userId="a52b5528052b1c8f" providerId="Windows Live" clId="Web-{0A8B17B3-2C69-4776-8CD5-DAD2D9954D3F}" dt="2025-09-27T11:16:17.785" v="43"/>
          <ac:spMkLst>
            <pc:docMk/>
            <pc:sldMk cId="109857222" sldId="256"/>
            <ac:spMk id="10" creationId="{32553057-9FF3-400D-90FC-4F89773432FA}"/>
          </ac:spMkLst>
        </pc:spChg>
        <pc:spChg chg="del">
          <ac:chgData name="iqra bakali" userId="a52b5528052b1c8f" providerId="Windows Live" clId="Web-{0A8B17B3-2C69-4776-8CD5-DAD2D9954D3F}" dt="2025-09-27T11:16:17.785" v="43"/>
          <ac:spMkLst>
            <pc:docMk/>
            <pc:sldMk cId="109857222" sldId="256"/>
            <ac:spMk id="22" creationId="{5D2FE535-33D9-4D08-9B67-47CF8CC7E774}"/>
          </ac:spMkLst>
        </pc:spChg>
        <pc:spChg chg="del">
          <ac:chgData name="iqra bakali" userId="a52b5528052b1c8f" providerId="Windows Live" clId="Web-{0A8B17B3-2C69-4776-8CD5-DAD2D9954D3F}" dt="2025-09-27T11:16:17.785" v="43"/>
          <ac:spMkLst>
            <pc:docMk/>
            <pc:sldMk cId="109857222" sldId="256"/>
            <ac:spMk id="24" creationId="{1CB206CF-E798-414B-B6B6-2B6E96871694}"/>
          </ac:spMkLst>
        </pc:spChg>
        <pc:spChg chg="del">
          <ac:chgData name="iqra bakali" userId="a52b5528052b1c8f" providerId="Windows Live" clId="Web-{0A8B17B3-2C69-4776-8CD5-DAD2D9954D3F}" dt="2025-09-27T11:16:17.785" v="43"/>
          <ac:spMkLst>
            <pc:docMk/>
            <pc:sldMk cId="109857222" sldId="256"/>
            <ac:spMk id="30" creationId="{11C1B1CF-F716-4EA9-BB3A-85AE114373A0}"/>
          </ac:spMkLst>
        </pc:spChg>
        <pc:spChg chg="del">
          <ac:chgData name="iqra bakali" userId="a52b5528052b1c8f" providerId="Windows Live" clId="Web-{0A8B17B3-2C69-4776-8CD5-DAD2D9954D3F}" dt="2025-09-27T11:16:17.785" v="43"/>
          <ac:spMkLst>
            <pc:docMk/>
            <pc:sldMk cId="109857222" sldId="256"/>
            <ac:spMk id="34" creationId="{C5A4BEDA-180D-4F05-BED0-FCA62B717B4D}"/>
          </ac:spMkLst>
        </pc:spChg>
        <pc:picChg chg="del">
          <ac:chgData name="iqra bakali" userId="a52b5528052b1c8f" providerId="Windows Live" clId="Web-{0A8B17B3-2C69-4776-8CD5-DAD2D9954D3F}" dt="2025-09-27T11:16:17.785" v="43"/>
          <ac:picMkLst>
            <pc:docMk/>
            <pc:sldMk cId="109857222" sldId="256"/>
            <ac:picMk id="26" creationId="{8A06537E-CB60-4703-A5FF-0C413BB0176E}"/>
          </ac:picMkLst>
        </pc:picChg>
        <pc:picChg chg="del">
          <ac:chgData name="iqra bakali" userId="a52b5528052b1c8f" providerId="Windows Live" clId="Web-{0A8B17B3-2C69-4776-8CD5-DAD2D9954D3F}" dt="2025-09-27T11:16:17.785" v="43"/>
          <ac:picMkLst>
            <pc:docMk/>
            <pc:sldMk cId="109857222" sldId="256"/>
            <ac:picMk id="32" creationId="{37083F91-C28A-466E-A0D2-C510356BBB06}"/>
          </ac:picMkLst>
        </pc:picChg>
      </pc:sldChg>
      <pc:sldChg chg="modSp del mod modClrScheme chgLayout">
        <pc:chgData name="iqra bakali" userId="a52b5528052b1c8f" providerId="Windows Live" clId="Web-{0A8B17B3-2C69-4776-8CD5-DAD2D9954D3F}" dt="2025-09-27T11:34:12.072" v="103"/>
        <pc:sldMkLst>
          <pc:docMk/>
          <pc:sldMk cId="2445255086" sldId="257"/>
        </pc:sldMkLst>
        <pc:spChg chg="mod ord">
          <ac:chgData name="iqra bakali" userId="a52b5528052b1c8f" providerId="Windows Live" clId="Web-{0A8B17B3-2C69-4776-8CD5-DAD2D9954D3F}" dt="2025-09-27T11:22:43.958" v="53" actId="20577"/>
          <ac:spMkLst>
            <pc:docMk/>
            <pc:sldMk cId="2445255086" sldId="257"/>
            <ac:spMk id="2" creationId="{76A3FEE8-0BE0-F5B0-C040-DDB44519A4D3}"/>
          </ac:spMkLst>
        </pc:spChg>
        <pc:spChg chg="mod ord">
          <ac:chgData name="iqra bakali" userId="a52b5528052b1c8f" providerId="Windows Live" clId="Web-{0A8B17B3-2C69-4776-8CD5-DAD2D9954D3F}" dt="2025-09-27T11:26:51.250" v="65" actId="14100"/>
          <ac:spMkLst>
            <pc:docMk/>
            <pc:sldMk cId="2445255086" sldId="257"/>
            <ac:spMk id="3" creationId="{D02F786D-C848-FCF6-95F1-68C594ABDDAF}"/>
          </ac:spMkLst>
        </pc:spChg>
      </pc:sldChg>
      <pc:sldChg chg="modSp new">
        <pc:chgData name="iqra bakali" userId="a52b5528052b1c8f" providerId="Windows Live" clId="Web-{0A8B17B3-2C69-4776-8CD5-DAD2D9954D3F}" dt="2025-09-27T12:52:07.924" v="1051" actId="20577"/>
        <pc:sldMkLst>
          <pc:docMk/>
          <pc:sldMk cId="2887665434" sldId="257"/>
        </pc:sldMkLst>
        <pc:spChg chg="mod">
          <ac:chgData name="iqra bakali" userId="a52b5528052b1c8f" providerId="Windows Live" clId="Web-{0A8B17B3-2C69-4776-8CD5-DAD2D9954D3F}" dt="2025-09-27T11:36:28.162" v="135" actId="20577"/>
          <ac:spMkLst>
            <pc:docMk/>
            <pc:sldMk cId="2887665434" sldId="257"/>
            <ac:spMk id="2" creationId="{AD2D7587-FBEB-C6A7-2E51-B07A215BECAD}"/>
          </ac:spMkLst>
        </pc:spChg>
        <pc:spChg chg="mod">
          <ac:chgData name="iqra bakali" userId="a52b5528052b1c8f" providerId="Windows Live" clId="Web-{0A8B17B3-2C69-4776-8CD5-DAD2D9954D3F}" dt="2025-09-27T12:52:07.924" v="1051" actId="20577"/>
          <ac:spMkLst>
            <pc:docMk/>
            <pc:sldMk cId="2887665434" sldId="257"/>
            <ac:spMk id="3" creationId="{8BD10BA9-7C93-BAAA-B1A8-0A0748CBBC7D}"/>
          </ac:spMkLst>
        </pc:spChg>
      </pc:sldChg>
      <pc:sldChg chg="modSp new">
        <pc:chgData name="iqra bakali" userId="a52b5528052b1c8f" providerId="Windows Live" clId="Web-{0A8B17B3-2C69-4776-8CD5-DAD2D9954D3F}" dt="2025-09-27T12:51:50.627" v="1050" actId="20577"/>
        <pc:sldMkLst>
          <pc:docMk/>
          <pc:sldMk cId="2509268554" sldId="258"/>
        </pc:sldMkLst>
        <pc:spChg chg="mod">
          <ac:chgData name="iqra bakali" userId="a52b5528052b1c8f" providerId="Windows Live" clId="Web-{0A8B17B3-2C69-4776-8CD5-DAD2D9954D3F}" dt="2025-09-27T11:40:49.046" v="205" actId="20577"/>
          <ac:spMkLst>
            <pc:docMk/>
            <pc:sldMk cId="2509268554" sldId="258"/>
            <ac:spMk id="2" creationId="{CF91C793-7EA1-9C64-7772-D6C1342F7EB6}"/>
          </ac:spMkLst>
        </pc:spChg>
        <pc:spChg chg="mod">
          <ac:chgData name="iqra bakali" userId="a52b5528052b1c8f" providerId="Windows Live" clId="Web-{0A8B17B3-2C69-4776-8CD5-DAD2D9954D3F}" dt="2025-09-27T12:51:50.627" v="1050" actId="20577"/>
          <ac:spMkLst>
            <pc:docMk/>
            <pc:sldMk cId="2509268554" sldId="258"/>
            <ac:spMk id="3" creationId="{AF258E8E-B4B6-8482-2843-7F0CDFA04B59}"/>
          </ac:spMkLst>
        </pc:spChg>
      </pc:sldChg>
      <pc:sldChg chg="modSp del mod modClrScheme chgLayout">
        <pc:chgData name="iqra bakali" userId="a52b5528052b1c8f" providerId="Windows Live" clId="Web-{0A8B17B3-2C69-4776-8CD5-DAD2D9954D3F}" dt="2025-09-27T11:34:23.884" v="105"/>
        <pc:sldMkLst>
          <pc:docMk/>
          <pc:sldMk cId="2524134141" sldId="258"/>
        </pc:sldMkLst>
        <pc:spChg chg="mod ord">
          <ac:chgData name="iqra bakali" userId="a52b5528052b1c8f" providerId="Windows Live" clId="Web-{0A8B17B3-2C69-4776-8CD5-DAD2D9954D3F}" dt="2025-09-27T11:23:18.788" v="56" actId="20577"/>
          <ac:spMkLst>
            <pc:docMk/>
            <pc:sldMk cId="2524134141" sldId="258"/>
            <ac:spMk id="2" creationId="{3382DC41-5138-248D-CBA1-AD84C81D5BFA}"/>
          </ac:spMkLst>
        </pc:spChg>
        <pc:spChg chg="mod ord">
          <ac:chgData name="iqra bakali" userId="a52b5528052b1c8f" providerId="Windows Live" clId="Web-{0A8B17B3-2C69-4776-8CD5-DAD2D9954D3F}" dt="2025-09-27T11:27:24.751" v="68" actId="20577"/>
          <ac:spMkLst>
            <pc:docMk/>
            <pc:sldMk cId="2524134141" sldId="258"/>
            <ac:spMk id="3" creationId="{9EE6EBBD-FEEA-592C-0C83-AB3C783A1DD3}"/>
          </ac:spMkLst>
        </pc:spChg>
      </pc:sldChg>
      <pc:sldChg chg="modSp del mod modClrScheme chgLayout">
        <pc:chgData name="iqra bakali" userId="a52b5528052b1c8f" providerId="Windows Live" clId="Web-{0A8B17B3-2C69-4776-8CD5-DAD2D9954D3F}" dt="2025-09-27T11:33:59.399" v="101"/>
        <pc:sldMkLst>
          <pc:docMk/>
          <pc:sldMk cId="360205470" sldId="259"/>
        </pc:sldMkLst>
        <pc:spChg chg="mod ord">
          <ac:chgData name="iqra bakali" userId="a52b5528052b1c8f" providerId="Windows Live" clId="Web-{0A8B17B3-2C69-4776-8CD5-DAD2D9954D3F}" dt="2025-09-27T11:26:28.749" v="64" actId="14100"/>
          <ac:spMkLst>
            <pc:docMk/>
            <pc:sldMk cId="360205470" sldId="259"/>
            <ac:spMk id="2" creationId="{68CD5806-E80A-CD1F-CF34-F2C3D733AA88}"/>
          </ac:spMkLst>
        </pc:spChg>
        <pc:spChg chg="mod ord">
          <ac:chgData name="iqra bakali" userId="a52b5528052b1c8f" providerId="Windows Live" clId="Web-{0A8B17B3-2C69-4776-8CD5-DAD2D9954D3F}" dt="2025-09-27T11:28:00.158" v="70" actId="14100"/>
          <ac:spMkLst>
            <pc:docMk/>
            <pc:sldMk cId="360205470" sldId="259"/>
            <ac:spMk id="3" creationId="{487A88AF-D16B-706D-53CC-3032420B791C}"/>
          </ac:spMkLst>
        </pc:spChg>
      </pc:sldChg>
      <pc:sldChg chg="modSp new">
        <pc:chgData name="iqra bakali" userId="a52b5528052b1c8f" providerId="Windows Live" clId="Web-{0A8B17B3-2C69-4776-8CD5-DAD2D9954D3F}" dt="2025-09-27T12:51:37.814" v="1049" actId="20577"/>
        <pc:sldMkLst>
          <pc:docMk/>
          <pc:sldMk cId="561249619" sldId="259"/>
        </pc:sldMkLst>
        <pc:spChg chg="mod">
          <ac:chgData name="iqra bakali" userId="a52b5528052b1c8f" providerId="Windows Live" clId="Web-{0A8B17B3-2C69-4776-8CD5-DAD2D9954D3F}" dt="2025-09-27T11:53:06.483" v="371" actId="20577"/>
          <ac:spMkLst>
            <pc:docMk/>
            <pc:sldMk cId="561249619" sldId="259"/>
            <ac:spMk id="2" creationId="{6AC5FB4C-6720-709F-BBEA-DDAFBAE1073A}"/>
          </ac:spMkLst>
        </pc:spChg>
        <pc:spChg chg="mod">
          <ac:chgData name="iqra bakali" userId="a52b5528052b1c8f" providerId="Windows Live" clId="Web-{0A8B17B3-2C69-4776-8CD5-DAD2D9954D3F}" dt="2025-09-27T12:51:37.814" v="1049" actId="20577"/>
          <ac:spMkLst>
            <pc:docMk/>
            <pc:sldMk cId="561249619" sldId="259"/>
            <ac:spMk id="3" creationId="{5383BA09-9F14-4A9E-52D4-69B7FEFA2605}"/>
          </ac:spMkLst>
        </pc:spChg>
      </pc:sldChg>
      <pc:sldChg chg="modSp new">
        <pc:chgData name="iqra bakali" userId="a52b5528052b1c8f" providerId="Windows Live" clId="Web-{0A8B17B3-2C69-4776-8CD5-DAD2D9954D3F}" dt="2025-09-27T12:50:55.142" v="1048" actId="20577"/>
        <pc:sldMkLst>
          <pc:docMk/>
          <pc:sldMk cId="2178467556" sldId="260"/>
        </pc:sldMkLst>
        <pc:spChg chg="mod">
          <ac:chgData name="iqra bakali" userId="a52b5528052b1c8f" providerId="Windows Live" clId="Web-{0A8B17B3-2C69-4776-8CD5-DAD2D9954D3F}" dt="2025-09-27T12:02:00.566" v="469" actId="20577"/>
          <ac:spMkLst>
            <pc:docMk/>
            <pc:sldMk cId="2178467556" sldId="260"/>
            <ac:spMk id="2" creationId="{F0CD4139-C13F-1810-E3B0-4FE5C2A2E6FF}"/>
          </ac:spMkLst>
        </pc:spChg>
        <pc:spChg chg="mod">
          <ac:chgData name="iqra bakali" userId="a52b5528052b1c8f" providerId="Windows Live" clId="Web-{0A8B17B3-2C69-4776-8CD5-DAD2D9954D3F}" dt="2025-09-27T12:50:55.142" v="1048" actId="20577"/>
          <ac:spMkLst>
            <pc:docMk/>
            <pc:sldMk cId="2178467556" sldId="260"/>
            <ac:spMk id="3" creationId="{1BDFAEFA-1205-F6CB-1579-909E7CC5E1D3}"/>
          </ac:spMkLst>
        </pc:spChg>
      </pc:sldChg>
      <pc:sldChg chg="modSp del mod modClrScheme chgLayout">
        <pc:chgData name="iqra bakali" userId="a52b5528052b1c8f" providerId="Windows Live" clId="Web-{0A8B17B3-2C69-4776-8CD5-DAD2D9954D3F}" dt="2025-09-27T11:34:06.165" v="102"/>
        <pc:sldMkLst>
          <pc:docMk/>
          <pc:sldMk cId="4290264093" sldId="260"/>
        </pc:sldMkLst>
        <pc:spChg chg="mod ord">
          <ac:chgData name="iqra bakali" userId="a52b5528052b1c8f" providerId="Windows Live" clId="Web-{0A8B17B3-2C69-4776-8CD5-DAD2D9954D3F}" dt="2025-09-27T11:22:15.613" v="52"/>
          <ac:spMkLst>
            <pc:docMk/>
            <pc:sldMk cId="4290264093" sldId="260"/>
            <ac:spMk id="2" creationId="{B9191C4F-A85E-5D4E-40AF-03B4B1733480}"/>
          </ac:spMkLst>
        </pc:spChg>
        <pc:spChg chg="mod ord">
          <ac:chgData name="iqra bakali" userId="a52b5528052b1c8f" providerId="Windows Live" clId="Web-{0A8B17B3-2C69-4776-8CD5-DAD2D9954D3F}" dt="2025-09-27T11:28:32.580" v="72" actId="14100"/>
          <ac:spMkLst>
            <pc:docMk/>
            <pc:sldMk cId="4290264093" sldId="260"/>
            <ac:spMk id="3" creationId="{42B4CF99-79C2-8A2D-EF6F-01093431B394}"/>
          </ac:spMkLst>
        </pc:spChg>
      </pc:sldChg>
      <pc:sldChg chg="modSp new">
        <pc:chgData name="iqra bakali" userId="a52b5528052b1c8f" providerId="Windows Live" clId="Web-{0A8B17B3-2C69-4776-8CD5-DAD2D9954D3F}" dt="2025-09-27T12:09:12.265" v="569" actId="20577"/>
        <pc:sldMkLst>
          <pc:docMk/>
          <pc:sldMk cId="17339168" sldId="261"/>
        </pc:sldMkLst>
        <pc:spChg chg="mod">
          <ac:chgData name="iqra bakali" userId="a52b5528052b1c8f" providerId="Windows Live" clId="Web-{0A8B17B3-2C69-4776-8CD5-DAD2D9954D3F}" dt="2025-09-27T12:06:26.557" v="549" actId="20577"/>
          <ac:spMkLst>
            <pc:docMk/>
            <pc:sldMk cId="17339168" sldId="261"/>
            <ac:spMk id="2" creationId="{A0C47CCF-5B7B-3949-2B14-05CF21AA9761}"/>
          </ac:spMkLst>
        </pc:spChg>
        <pc:spChg chg="mod">
          <ac:chgData name="iqra bakali" userId="a52b5528052b1c8f" providerId="Windows Live" clId="Web-{0A8B17B3-2C69-4776-8CD5-DAD2D9954D3F}" dt="2025-09-27T12:09:12.265" v="569" actId="20577"/>
          <ac:spMkLst>
            <pc:docMk/>
            <pc:sldMk cId="17339168" sldId="261"/>
            <ac:spMk id="3" creationId="{CFA719E2-046E-43CB-565B-76E07A0F9EB4}"/>
          </ac:spMkLst>
        </pc:spChg>
      </pc:sldChg>
      <pc:sldChg chg="modSp new del">
        <pc:chgData name="iqra bakali" userId="a52b5528052b1c8f" providerId="Windows Live" clId="Web-{0A8B17B3-2C69-4776-8CD5-DAD2D9954D3F}" dt="2025-09-27T11:34:15.837" v="104"/>
        <pc:sldMkLst>
          <pc:docMk/>
          <pc:sldMk cId="1234227974" sldId="261"/>
        </pc:sldMkLst>
        <pc:spChg chg="mod">
          <ac:chgData name="iqra bakali" userId="a52b5528052b1c8f" providerId="Windows Live" clId="Web-{0A8B17B3-2C69-4776-8CD5-DAD2D9954D3F}" dt="2025-09-27T11:32:19.445" v="100" actId="20577"/>
          <ac:spMkLst>
            <pc:docMk/>
            <pc:sldMk cId="1234227974" sldId="261"/>
            <ac:spMk id="2" creationId="{7A0E30D3-F75A-1652-C24B-7A1C4C546E14}"/>
          </ac:spMkLst>
        </pc:spChg>
      </pc:sldChg>
      <pc:sldChg chg="modSp del mod modClrScheme addAnim modAnim chgLayout">
        <pc:chgData name="iqra bakali" userId="a52b5528052b1c8f" providerId="Windows Live" clId="Web-{0A8B17B3-2C69-4776-8CD5-DAD2D9954D3F}" dt="2025-09-27T11:30:28.708" v="76"/>
        <pc:sldMkLst>
          <pc:docMk/>
          <pc:sldMk cId="4129310743" sldId="261"/>
        </pc:sldMkLst>
        <pc:spChg chg="mod ord">
          <ac:chgData name="iqra bakali" userId="a52b5528052b1c8f" providerId="Windows Live" clId="Web-{0A8B17B3-2C69-4776-8CD5-DAD2D9954D3F}" dt="2025-09-27T11:22:15.613" v="52"/>
          <ac:spMkLst>
            <pc:docMk/>
            <pc:sldMk cId="4129310743" sldId="261"/>
            <ac:spMk id="2" creationId="{9AAE1289-2504-8886-00DF-67FF0072DD34}"/>
          </ac:spMkLst>
        </pc:spChg>
        <pc:spChg chg="mod ord">
          <ac:chgData name="iqra bakali" userId="a52b5528052b1c8f" providerId="Windows Live" clId="Web-{0A8B17B3-2C69-4776-8CD5-DAD2D9954D3F}" dt="2025-09-27T11:30:10.239" v="75" actId="14100"/>
          <ac:spMkLst>
            <pc:docMk/>
            <pc:sldMk cId="4129310743" sldId="261"/>
            <ac:spMk id="3" creationId="{96776E4C-FDDE-A086-68B3-2BC4753B4935}"/>
          </ac:spMkLst>
        </pc:spChg>
      </pc:sldChg>
      <pc:sldChg chg="modSp new">
        <pc:chgData name="iqra bakali" userId="a52b5528052b1c8f" providerId="Windows Live" clId="Web-{0A8B17B3-2C69-4776-8CD5-DAD2D9954D3F}" dt="2025-09-27T12:22:15.001" v="726" actId="20577"/>
        <pc:sldMkLst>
          <pc:docMk/>
          <pc:sldMk cId="2775509859" sldId="262"/>
        </pc:sldMkLst>
        <pc:spChg chg="mod">
          <ac:chgData name="iqra bakali" userId="a52b5528052b1c8f" providerId="Windows Live" clId="Web-{0A8B17B3-2C69-4776-8CD5-DAD2D9954D3F}" dt="2025-09-27T12:13:35.305" v="585" actId="20577"/>
          <ac:spMkLst>
            <pc:docMk/>
            <pc:sldMk cId="2775509859" sldId="262"/>
            <ac:spMk id="2" creationId="{C6C28B18-8C4E-70BF-8554-8E46B640F087}"/>
          </ac:spMkLst>
        </pc:spChg>
        <pc:spChg chg="mod">
          <ac:chgData name="iqra bakali" userId="a52b5528052b1c8f" providerId="Windows Live" clId="Web-{0A8B17B3-2C69-4776-8CD5-DAD2D9954D3F}" dt="2025-09-27T12:22:15.001" v="726" actId="20577"/>
          <ac:spMkLst>
            <pc:docMk/>
            <pc:sldMk cId="2775509859" sldId="262"/>
            <ac:spMk id="3" creationId="{37BCE01A-D13B-819C-E0DD-1CB265BE326D}"/>
          </ac:spMkLst>
        </pc:spChg>
      </pc:sldChg>
      <pc:sldChg chg="modSp new">
        <pc:chgData name="iqra bakali" userId="a52b5528052b1c8f" providerId="Windows Live" clId="Web-{0A8B17B3-2C69-4776-8CD5-DAD2D9954D3F}" dt="2025-09-27T12:36:16.016" v="907" actId="20577"/>
        <pc:sldMkLst>
          <pc:docMk/>
          <pc:sldMk cId="3797772861" sldId="263"/>
        </pc:sldMkLst>
        <pc:spChg chg="mod">
          <ac:chgData name="iqra bakali" userId="a52b5528052b1c8f" providerId="Windows Live" clId="Web-{0A8B17B3-2C69-4776-8CD5-DAD2D9954D3F}" dt="2025-09-27T12:23:08.533" v="747" actId="20577"/>
          <ac:spMkLst>
            <pc:docMk/>
            <pc:sldMk cId="3797772861" sldId="263"/>
            <ac:spMk id="2" creationId="{5456A929-4990-DC82-010E-433A4CD8F591}"/>
          </ac:spMkLst>
        </pc:spChg>
        <pc:spChg chg="mod">
          <ac:chgData name="iqra bakali" userId="a52b5528052b1c8f" providerId="Windows Live" clId="Web-{0A8B17B3-2C69-4776-8CD5-DAD2D9954D3F}" dt="2025-09-27T12:36:16.016" v="907" actId="20577"/>
          <ac:spMkLst>
            <pc:docMk/>
            <pc:sldMk cId="3797772861" sldId="263"/>
            <ac:spMk id="3" creationId="{DA467AEA-1EBF-BD0A-17B8-075C2E499603}"/>
          </ac:spMkLst>
        </pc:spChg>
      </pc:sldChg>
      <pc:sldChg chg="modSp new">
        <pc:chgData name="iqra bakali" userId="a52b5528052b1c8f" providerId="Windows Live" clId="Web-{0A8B17B3-2C69-4776-8CD5-DAD2D9954D3F}" dt="2025-09-27T12:49:48.985" v="1043" actId="20577"/>
        <pc:sldMkLst>
          <pc:docMk/>
          <pc:sldMk cId="2192033743" sldId="264"/>
        </pc:sldMkLst>
        <pc:spChg chg="mod">
          <ac:chgData name="iqra bakali" userId="a52b5528052b1c8f" providerId="Windows Live" clId="Web-{0A8B17B3-2C69-4776-8CD5-DAD2D9954D3F}" dt="2025-09-27T12:43:01.259" v="923" actId="20577"/>
          <ac:spMkLst>
            <pc:docMk/>
            <pc:sldMk cId="2192033743" sldId="264"/>
            <ac:spMk id="2" creationId="{C144F5FD-A951-CF5C-E065-3475785E5B54}"/>
          </ac:spMkLst>
        </pc:spChg>
        <pc:spChg chg="mod">
          <ac:chgData name="iqra bakali" userId="a52b5528052b1c8f" providerId="Windows Live" clId="Web-{0A8B17B3-2C69-4776-8CD5-DAD2D9954D3F}" dt="2025-09-27T12:49:48.985" v="1043" actId="20577"/>
          <ac:spMkLst>
            <pc:docMk/>
            <pc:sldMk cId="2192033743" sldId="264"/>
            <ac:spMk id="3" creationId="{053D963B-51D0-19ED-4108-796BED7AB70D}"/>
          </ac:spMkLst>
        </pc:spChg>
      </pc:sldChg>
      <pc:sldMasterChg chg="del delSldLayout">
        <pc:chgData name="iqra bakali" userId="a52b5528052b1c8f" providerId="Windows Live" clId="Web-{0A8B17B3-2C69-4776-8CD5-DAD2D9954D3F}" dt="2025-09-27T11:16:17.785" v="43"/>
        <pc:sldMasterMkLst>
          <pc:docMk/>
          <pc:sldMasterMk cId="1635872001" sldId="2147483749"/>
        </pc:sldMasterMkLst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3700017975" sldId="2147483738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1239099182" sldId="2147483739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3798597691" sldId="2147483740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2276651256" sldId="2147483741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1670903082" sldId="2147483742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2903911097" sldId="2147483743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1505431920" sldId="2147483744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2406728698" sldId="2147483745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3487029997" sldId="2147483746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2034350416" sldId="2147483747"/>
          </pc:sldLayoutMkLst>
        </pc:sldLayoutChg>
        <pc:sldLayoutChg chg="del">
          <pc:chgData name="iqra bakali" userId="a52b5528052b1c8f" providerId="Windows Live" clId="Web-{0A8B17B3-2C69-4776-8CD5-DAD2D9954D3F}" dt="2025-09-27T11:16:17.785" v="43"/>
          <pc:sldLayoutMkLst>
            <pc:docMk/>
            <pc:sldMasterMk cId="1635872001" sldId="2147483749"/>
            <pc:sldLayoutMk cId="3428887879" sldId="2147483748"/>
          </pc:sldLayoutMkLst>
        </pc:sldLayoutChg>
      </pc:sldMasterChg>
      <pc:sldMasterChg chg="add del addSldLayout delSldLayout modSldLayout">
        <pc:chgData name="iqra bakali" userId="a52b5528052b1c8f" providerId="Windows Live" clId="Web-{0A8B17B3-2C69-4776-8CD5-DAD2D9954D3F}" dt="2025-09-27T11:20:50.339" v="47"/>
        <pc:sldMasterMkLst>
          <pc:docMk/>
          <pc:sldMasterMk cId="2851593514" sldId="2147483750"/>
        </pc:sldMasterMkLst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3584629388" sldId="2147483751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2491547325" sldId="2147483752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4244003846" sldId="2147483753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2528692128" sldId="2147483754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704928198" sldId="2147483755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871521631" sldId="2147483756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2207452612" sldId="2147483757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933019125" sldId="2147483758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2969579422" sldId="2147483759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2812147095" sldId="2147483760"/>
          </pc:sldLayoutMkLst>
        </pc:sldLayoutChg>
        <pc:sldLayoutChg chg="add del mod replId">
          <pc:chgData name="iqra bakali" userId="a52b5528052b1c8f" providerId="Windows Live" clId="Web-{0A8B17B3-2C69-4776-8CD5-DAD2D9954D3F}" dt="2025-09-27T11:20:50.339" v="47"/>
          <pc:sldLayoutMkLst>
            <pc:docMk/>
            <pc:sldMasterMk cId="2851593514" sldId="2147483750"/>
            <pc:sldLayoutMk cId="3768319425" sldId="2147483761"/>
          </pc:sldLayoutMkLst>
        </pc:sldLayoutChg>
      </pc:sldMasterChg>
      <pc:sldMasterChg chg="add del addSldLayout delSldLayout modSldLayout">
        <pc:chgData name="iqra bakali" userId="a52b5528052b1c8f" providerId="Windows Live" clId="Web-{0A8B17B3-2C69-4776-8CD5-DAD2D9954D3F}" dt="2025-09-27T11:21:04.371" v="48"/>
        <pc:sldMasterMkLst>
          <pc:docMk/>
          <pc:sldMasterMk cId="240243926" sldId="2147483762"/>
        </pc:sldMasterMkLst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743524323" sldId="2147483763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784115706" sldId="2147483764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3063143789" sldId="2147483765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2296315646" sldId="2147483766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83065019" sldId="2147483767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510755412" sldId="2147483768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883293285" sldId="2147483769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2164492518" sldId="2147483770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084393676" sldId="2147483771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177362632" sldId="2147483772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4057113686" sldId="2147483773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2791146317" sldId="2147483774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2980675166" sldId="2147483775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4179702212" sldId="2147483776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909782814" sldId="2147483777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1576586985" sldId="2147483778"/>
          </pc:sldLayoutMkLst>
        </pc:sldLayoutChg>
        <pc:sldLayoutChg chg="add del mod replId">
          <pc:chgData name="iqra bakali" userId="a52b5528052b1c8f" providerId="Windows Live" clId="Web-{0A8B17B3-2C69-4776-8CD5-DAD2D9954D3F}" dt="2025-09-27T11:21:04.371" v="48"/>
          <pc:sldLayoutMkLst>
            <pc:docMk/>
            <pc:sldMasterMk cId="240243926" sldId="2147483762"/>
            <pc:sldLayoutMk cId="3297055796" sldId="2147483779"/>
          </pc:sldLayoutMkLst>
        </pc:sldLayoutChg>
      </pc:sldMasterChg>
      <pc:sldMasterChg chg="add del addSldLayout delSldLayout modSldLayout">
        <pc:chgData name="iqra bakali" userId="a52b5528052b1c8f" providerId="Windows Live" clId="Web-{0A8B17B3-2C69-4776-8CD5-DAD2D9954D3F}" dt="2025-09-27T11:21:24.685" v="49"/>
        <pc:sldMasterMkLst>
          <pc:docMk/>
          <pc:sldMasterMk cId="2629359454" sldId="2147483780"/>
        </pc:sldMasterMkLst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2441729689" sldId="2147483781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3602298427" sldId="2147483782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2024961032" sldId="2147483783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778656713" sldId="2147483784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3260422788" sldId="2147483785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4061222427" sldId="2147483786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955530715" sldId="2147483787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964767371" sldId="2147483788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607157243" sldId="2147483789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604459379" sldId="2147483790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2511483338" sldId="2147483791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577902726" sldId="2147483792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9995097" sldId="2147483793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283891349" sldId="2147483794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2225689606" sldId="2147483795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771353097" sldId="2147483796"/>
          </pc:sldLayoutMkLst>
        </pc:sldLayoutChg>
        <pc:sldLayoutChg chg="add del mod replId">
          <pc:chgData name="iqra bakali" userId="a52b5528052b1c8f" providerId="Windows Live" clId="Web-{0A8B17B3-2C69-4776-8CD5-DAD2D9954D3F}" dt="2025-09-27T11:21:24.685" v="49"/>
          <pc:sldLayoutMkLst>
            <pc:docMk/>
            <pc:sldMasterMk cId="2629359454" sldId="2147483780"/>
            <pc:sldLayoutMk cId="1351508371" sldId="2147483797"/>
          </pc:sldLayoutMkLst>
        </pc:sldLayoutChg>
      </pc:sldMasterChg>
      <pc:sldMasterChg chg="add del addSldLayout delSldLayout modSldLayout">
        <pc:chgData name="iqra bakali" userId="a52b5528052b1c8f" providerId="Windows Live" clId="Web-{0A8B17B3-2C69-4776-8CD5-DAD2D9954D3F}" dt="2025-09-27T11:21:38.889" v="50"/>
        <pc:sldMasterMkLst>
          <pc:docMk/>
          <pc:sldMasterMk cId="1991542190" sldId="2147483798"/>
        </pc:sldMasterMkLst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2756408030" sldId="2147483799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3859356449" sldId="2147483800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3490004710" sldId="2147483801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1188145586" sldId="2147483802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1199151946" sldId="2147483803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3559329505" sldId="2147483804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490491185" sldId="2147483805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2032842189" sldId="2147483806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3198225448" sldId="2147483807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59984060" sldId="2147483808"/>
          </pc:sldLayoutMkLst>
        </pc:sldLayoutChg>
        <pc:sldLayoutChg chg="add del mod replId">
          <pc:chgData name="iqra bakali" userId="a52b5528052b1c8f" providerId="Windows Live" clId="Web-{0A8B17B3-2C69-4776-8CD5-DAD2D9954D3F}" dt="2025-09-27T11:21:38.889" v="50"/>
          <pc:sldLayoutMkLst>
            <pc:docMk/>
            <pc:sldMasterMk cId="1991542190" sldId="2147483798"/>
            <pc:sldLayoutMk cId="1191409015" sldId="2147483809"/>
          </pc:sldLayoutMkLst>
        </pc:sldLayoutChg>
      </pc:sldMasterChg>
      <pc:sldMasterChg chg="add del addSldLayout delSldLayout modSldLayout">
        <pc:chgData name="iqra bakali" userId="a52b5528052b1c8f" providerId="Windows Live" clId="Web-{0A8B17B3-2C69-4776-8CD5-DAD2D9954D3F}" dt="2025-09-27T11:21:58.766" v="51"/>
        <pc:sldMasterMkLst>
          <pc:docMk/>
          <pc:sldMasterMk cId="1341224743" sldId="2147483810"/>
        </pc:sldMasterMkLst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1836974099" sldId="2147483811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3043999195" sldId="2147483812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1840667399" sldId="2147483813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1669878581" sldId="2147483814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888933418" sldId="2147483815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2447842891" sldId="2147483816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2622685385" sldId="2147483817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287762043" sldId="2147483818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186187500" sldId="2147483819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1831781516" sldId="2147483820"/>
          </pc:sldLayoutMkLst>
        </pc:sldLayoutChg>
        <pc:sldLayoutChg chg="add del mod replId">
          <pc:chgData name="iqra bakali" userId="a52b5528052b1c8f" providerId="Windows Live" clId="Web-{0A8B17B3-2C69-4776-8CD5-DAD2D9954D3F}" dt="2025-09-27T11:21:58.766" v="51"/>
          <pc:sldLayoutMkLst>
            <pc:docMk/>
            <pc:sldMasterMk cId="1341224743" sldId="2147483810"/>
            <pc:sldLayoutMk cId="1582318089" sldId="2147483821"/>
          </pc:sldLayoutMkLst>
        </pc:sldLayoutChg>
      </pc:sldMasterChg>
      <pc:sldMasterChg chg="add del addSldLayout delSldLayout modSldLayout">
        <pc:chgData name="iqra bakali" userId="a52b5528052b1c8f" providerId="Windows Live" clId="Web-{0A8B17B3-2C69-4776-8CD5-DAD2D9954D3F}" dt="2025-09-27T11:22:15.613" v="52"/>
        <pc:sldMasterMkLst>
          <pc:docMk/>
          <pc:sldMasterMk cId="1721577588" sldId="2147483822"/>
        </pc:sldMasterMkLst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1211032972" sldId="2147483823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2538248929" sldId="2147483824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3230889392" sldId="2147483825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3334833027" sldId="2147483826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592436778" sldId="2147483827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879979840" sldId="2147483828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897718120" sldId="2147483829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1282979379" sldId="2147483830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510124143" sldId="2147483831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3731232073" sldId="2147483832"/>
          </pc:sldLayoutMkLst>
        </pc:sldLayoutChg>
        <pc:sldLayoutChg chg="add del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1721577588" sldId="2147483822"/>
            <pc:sldLayoutMk cId="1999759606" sldId="2147483833"/>
          </pc:sldLayoutMkLst>
        </pc:sldLayoutChg>
      </pc:sldMasterChg>
      <pc:sldMasterChg chg="add addSldLayout modSldLayout">
        <pc:chgData name="iqra bakali" userId="a52b5528052b1c8f" providerId="Windows Live" clId="Web-{0A8B17B3-2C69-4776-8CD5-DAD2D9954D3F}" dt="2025-09-27T11:22:15.613" v="52"/>
        <pc:sldMasterMkLst>
          <pc:docMk/>
          <pc:sldMasterMk cId="3236315050" sldId="2147483834"/>
        </pc:sldMasterMkLst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338101439" sldId="2147483835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418935091" sldId="2147483836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645979734" sldId="2147483837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2716183820" sldId="2147483838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3255572964" sldId="2147483839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1078257976" sldId="2147483840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512302590" sldId="2147483841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1261982798" sldId="2147483842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1132844362" sldId="2147483843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3276014332" sldId="2147483844"/>
          </pc:sldLayoutMkLst>
        </pc:sldLayoutChg>
        <pc:sldLayoutChg chg="add mod replId">
          <pc:chgData name="iqra bakali" userId="a52b5528052b1c8f" providerId="Windows Live" clId="Web-{0A8B17B3-2C69-4776-8CD5-DAD2D9954D3F}" dt="2025-09-27T11:22:15.613" v="52"/>
          <pc:sldLayoutMkLst>
            <pc:docMk/>
            <pc:sldMasterMk cId="3236315050" sldId="2147483834"/>
            <pc:sldLayoutMk cId="2847047007" sldId="2147483845"/>
          </pc:sldLayoutMkLst>
        </pc:sldLayoutChg>
      </pc:sldMasterChg>
    </pc:docChg>
  </pc:docChgLst>
  <pc:docChgLst>
    <pc:chgData name="iqra bakali" userId="a52b5528052b1c8f" providerId="Windows Live" clId="Web-{3A1E83F1-D5A7-695E-0814-FEA5397B3072}"/>
    <pc:docChg chg="addSld modSld">
      <pc:chgData name="iqra bakali" userId="a52b5528052b1c8f" providerId="Windows Live" clId="Web-{3A1E83F1-D5A7-695E-0814-FEA5397B3072}" dt="2025-09-26T14:34:57.102" v="362" actId="20577"/>
      <pc:docMkLst>
        <pc:docMk/>
      </pc:docMkLst>
      <pc:sldChg chg="modSp">
        <pc:chgData name="iqra bakali" userId="a52b5528052b1c8f" providerId="Windows Live" clId="Web-{3A1E83F1-D5A7-695E-0814-FEA5397B3072}" dt="2025-09-26T14:28:59.145" v="230" actId="20577"/>
        <pc:sldMkLst>
          <pc:docMk/>
          <pc:sldMk cId="2445255086" sldId="257"/>
        </pc:sldMkLst>
        <pc:spChg chg="mod">
          <ac:chgData name="iqra bakali" userId="a52b5528052b1c8f" providerId="Windows Live" clId="Web-{3A1E83F1-D5A7-695E-0814-FEA5397B3072}" dt="2025-09-26T14:28:59.145" v="230" actId="20577"/>
          <ac:spMkLst>
            <pc:docMk/>
            <pc:sldMk cId="2445255086" sldId="257"/>
            <ac:spMk id="2" creationId="{76A3FEE8-0BE0-F5B0-C040-DDB44519A4D3}"/>
          </ac:spMkLst>
        </pc:spChg>
      </pc:sldChg>
      <pc:sldChg chg="modSp">
        <pc:chgData name="iqra bakali" userId="a52b5528052b1c8f" providerId="Windows Live" clId="Web-{3A1E83F1-D5A7-695E-0814-FEA5397B3072}" dt="2025-09-26T14:28:41.864" v="229" actId="20577"/>
        <pc:sldMkLst>
          <pc:docMk/>
          <pc:sldMk cId="2524134141" sldId="258"/>
        </pc:sldMkLst>
        <pc:spChg chg="mod">
          <ac:chgData name="iqra bakali" userId="a52b5528052b1c8f" providerId="Windows Live" clId="Web-{3A1E83F1-D5A7-695E-0814-FEA5397B3072}" dt="2025-09-26T14:28:41.864" v="229" actId="20577"/>
          <ac:spMkLst>
            <pc:docMk/>
            <pc:sldMk cId="2524134141" sldId="258"/>
            <ac:spMk id="2" creationId="{3382DC41-5138-248D-CBA1-AD84C81D5BFA}"/>
          </ac:spMkLst>
        </pc:spChg>
        <pc:spChg chg="mod">
          <ac:chgData name="iqra bakali" userId="a52b5528052b1c8f" providerId="Windows Live" clId="Web-{3A1E83F1-D5A7-695E-0814-FEA5397B3072}" dt="2025-09-26T14:13:19.790" v="4" actId="20577"/>
          <ac:spMkLst>
            <pc:docMk/>
            <pc:sldMk cId="2524134141" sldId="258"/>
            <ac:spMk id="3" creationId="{9EE6EBBD-FEEA-592C-0C83-AB3C783A1DD3}"/>
          </ac:spMkLst>
        </pc:spChg>
      </pc:sldChg>
      <pc:sldChg chg="addSp delSp modSp mod modShow">
        <pc:chgData name="iqra bakali" userId="a52b5528052b1c8f" providerId="Windows Live" clId="Web-{3A1E83F1-D5A7-695E-0814-FEA5397B3072}" dt="2025-09-26T14:29:19.661" v="231" actId="20577"/>
        <pc:sldMkLst>
          <pc:docMk/>
          <pc:sldMk cId="360205470" sldId="259"/>
        </pc:sldMkLst>
        <pc:spChg chg="mod">
          <ac:chgData name="iqra bakali" userId="a52b5528052b1c8f" providerId="Windows Live" clId="Web-{3A1E83F1-D5A7-695E-0814-FEA5397B3072}" dt="2025-09-26T14:29:19.661" v="231" actId="20577"/>
          <ac:spMkLst>
            <pc:docMk/>
            <pc:sldMk cId="360205470" sldId="259"/>
            <ac:spMk id="2" creationId="{68CD5806-E80A-CD1F-CF34-F2C3D733AA88}"/>
          </ac:spMkLst>
        </pc:spChg>
        <pc:spChg chg="mod">
          <ac:chgData name="iqra bakali" userId="a52b5528052b1c8f" providerId="Windows Live" clId="Web-{3A1E83F1-D5A7-695E-0814-FEA5397B3072}" dt="2025-09-26T14:21:08.106" v="139" actId="20577"/>
          <ac:spMkLst>
            <pc:docMk/>
            <pc:sldMk cId="360205470" sldId="259"/>
            <ac:spMk id="3" creationId="{487A88AF-D16B-706D-53CC-3032420B791C}"/>
          </ac:spMkLst>
        </pc:spChg>
        <pc:spChg chg="add del mod">
          <ac:chgData name="iqra bakali" userId="a52b5528052b1c8f" providerId="Windows Live" clId="Web-{3A1E83F1-D5A7-695E-0814-FEA5397B3072}" dt="2025-09-26T14:21:39.622" v="142"/>
          <ac:spMkLst>
            <pc:docMk/>
            <pc:sldMk cId="360205470" sldId="259"/>
            <ac:spMk id="4" creationId="{13ACE188-2EA7-CE45-9687-1A7F3E1F4966}"/>
          </ac:spMkLst>
        </pc:spChg>
        <pc:spChg chg="add del mod">
          <ac:chgData name="iqra bakali" userId="a52b5528052b1c8f" providerId="Windows Live" clId="Web-{3A1E83F1-D5A7-695E-0814-FEA5397B3072}" dt="2025-09-26T14:22:59.187" v="150"/>
          <ac:spMkLst>
            <pc:docMk/>
            <pc:sldMk cId="360205470" sldId="259"/>
            <ac:spMk id="5" creationId="{01766991-68E1-C480-343D-7D10195A65B7}"/>
          </ac:spMkLst>
        </pc:spChg>
        <pc:spChg chg="add del mod">
          <ac:chgData name="iqra bakali" userId="a52b5528052b1c8f" providerId="Windows Live" clId="Web-{3A1E83F1-D5A7-695E-0814-FEA5397B3072}" dt="2025-09-26T14:26:48.894" v="194"/>
          <ac:spMkLst>
            <pc:docMk/>
            <pc:sldMk cId="360205470" sldId="259"/>
            <ac:spMk id="6" creationId="{534842C0-B32E-7463-F6E5-83D84B1CC208}"/>
          </ac:spMkLst>
        </pc:spChg>
      </pc:sldChg>
      <pc:sldChg chg="modSp">
        <pc:chgData name="iqra bakali" userId="a52b5528052b1c8f" providerId="Windows Live" clId="Web-{3A1E83F1-D5A7-695E-0814-FEA5397B3072}" dt="2025-09-26T14:33:42.014" v="342" actId="20577"/>
        <pc:sldMkLst>
          <pc:docMk/>
          <pc:sldMk cId="4290264093" sldId="260"/>
        </pc:sldMkLst>
        <pc:spChg chg="mod">
          <ac:chgData name="iqra bakali" userId="a52b5528052b1c8f" providerId="Windows Live" clId="Web-{3A1E83F1-D5A7-695E-0814-FEA5397B3072}" dt="2025-09-26T14:29:32.864" v="233" actId="20577"/>
          <ac:spMkLst>
            <pc:docMk/>
            <pc:sldMk cId="4290264093" sldId="260"/>
            <ac:spMk id="2" creationId="{B9191C4F-A85E-5D4E-40AF-03B4B1733480}"/>
          </ac:spMkLst>
        </pc:spChg>
        <pc:spChg chg="mod">
          <ac:chgData name="iqra bakali" userId="a52b5528052b1c8f" providerId="Windows Live" clId="Web-{3A1E83F1-D5A7-695E-0814-FEA5397B3072}" dt="2025-09-26T14:33:42.014" v="342" actId="20577"/>
          <ac:spMkLst>
            <pc:docMk/>
            <pc:sldMk cId="4290264093" sldId="260"/>
            <ac:spMk id="3" creationId="{42B4CF99-79C2-8A2D-EF6F-01093431B394}"/>
          </ac:spMkLst>
        </pc:spChg>
      </pc:sldChg>
      <pc:sldChg chg="modSp new">
        <pc:chgData name="iqra bakali" userId="a52b5528052b1c8f" providerId="Windows Live" clId="Web-{3A1E83F1-D5A7-695E-0814-FEA5397B3072}" dt="2025-09-26T14:34:57.102" v="362" actId="20577"/>
        <pc:sldMkLst>
          <pc:docMk/>
          <pc:sldMk cId="4129310743" sldId="261"/>
        </pc:sldMkLst>
        <pc:spChg chg="mod">
          <ac:chgData name="iqra bakali" userId="a52b5528052b1c8f" providerId="Windows Live" clId="Web-{3A1E83F1-D5A7-695E-0814-FEA5397B3072}" dt="2025-09-26T14:34:57.102" v="362" actId="20577"/>
          <ac:spMkLst>
            <pc:docMk/>
            <pc:sldMk cId="4129310743" sldId="261"/>
            <ac:spMk id="2" creationId="{9AAE1289-2504-8886-00DF-67FF0072DD34}"/>
          </ac:spMkLst>
        </pc:spChg>
      </pc:sldChg>
    </pc:docChg>
  </pc:docChgLst>
  <pc:docChgLst>
    <pc:chgData name="iqra bakali" userId="a52b5528052b1c8f" providerId="Windows Live" clId="Web-{C576C412-08C4-45C1-A8B3-5676C9E8EA10}"/>
    <pc:docChg chg="mod addSld modSld addMainMaster delMainMaster">
      <pc:chgData name="iqra bakali" userId="a52b5528052b1c8f" providerId="Windows Live" clId="Web-{C576C412-08C4-45C1-A8B3-5676C9E8EA10}" dt="2025-09-25T19:21:59.699" v="292" actId="20577"/>
      <pc:docMkLst>
        <pc:docMk/>
      </pc:docMkLst>
      <pc:sldChg chg="addSp modSp mod setBg modClrScheme chgLayout">
        <pc:chgData name="iqra bakali" userId="a52b5528052b1c8f" providerId="Windows Live" clId="Web-{C576C412-08C4-45C1-A8B3-5676C9E8EA10}" dt="2025-09-25T18:59:29.148" v="45" actId="20577"/>
        <pc:sldMkLst>
          <pc:docMk/>
          <pc:sldMk cId="109857222" sldId="256"/>
        </pc:sldMkLst>
        <pc:spChg chg="mod ord">
          <ac:chgData name="iqra bakali" userId="a52b5528052b1c8f" providerId="Windows Live" clId="Web-{C576C412-08C4-45C1-A8B3-5676C9E8EA10}" dt="2025-09-25T18:59:29.148" v="45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iqra bakali" userId="a52b5528052b1c8f" providerId="Windows Live" clId="Web-{C576C412-08C4-45C1-A8B3-5676C9E8EA10}" dt="2025-09-25T18:58:52.345" v="4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clId="Web-{C576C412-08C4-45C1-A8B3-5676C9E8EA10}"/>
    <pc:docChg chg="modSld">
      <pc:chgData name="" userId="" providerId="" clId="Web-{C576C412-08C4-45C1-A8B3-5676C9E8EA10}" dt="2025-09-25T18:45:55.995" v="5" actId="20577"/>
      <pc:docMkLst>
        <pc:docMk/>
      </pc:docMkLst>
      <pc:sldChg chg="modSp">
        <pc:chgData name="" userId="" providerId="" clId="Web-{C576C412-08C4-45C1-A8B3-5676C9E8EA10}" dt="2025-09-25T18:45:55.995" v="5" actId="20577"/>
        <pc:sldMkLst>
          <pc:docMk/>
          <pc:sldMk cId="109857222" sldId="256"/>
        </pc:sldMkLst>
        <pc:spChg chg="mod">
          <ac:chgData name="" userId="" providerId="" clId="Web-{C576C412-08C4-45C1-A8B3-5676C9E8EA10}" dt="2025-09-25T18:45:55.995" v="5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iqra bakali" userId="a52b5528052b1c8f" providerId="Windows Live" clId="Web-{E21F12E3-B44A-7B11-8BF8-0AAD850D8648}"/>
    <pc:docChg chg="modSld">
      <pc:chgData name="iqra bakali" userId="a52b5528052b1c8f" providerId="Windows Live" clId="Web-{E21F12E3-B44A-7B11-8BF8-0AAD850D8648}" dt="2025-09-26T14:40:25.964" v="11" actId="20577"/>
      <pc:docMkLst>
        <pc:docMk/>
      </pc:docMkLst>
      <pc:sldChg chg="modSp">
        <pc:chgData name="iqra bakali" userId="a52b5528052b1c8f" providerId="Windows Live" clId="Web-{E21F12E3-B44A-7B11-8BF8-0AAD850D8648}" dt="2025-09-26T14:40:25.964" v="11" actId="20577"/>
        <pc:sldMkLst>
          <pc:docMk/>
          <pc:sldMk cId="4129310743" sldId="261"/>
        </pc:sldMkLst>
        <pc:spChg chg="mod">
          <ac:chgData name="iqra bakali" userId="a52b5528052b1c8f" providerId="Windows Live" clId="Web-{E21F12E3-B44A-7B11-8BF8-0AAD850D8648}" dt="2025-09-26T14:40:25.964" v="11" actId="20577"/>
          <ac:spMkLst>
            <pc:docMk/>
            <pc:sldMk cId="4129310743" sldId="261"/>
            <ac:spMk id="2" creationId="{9AAE1289-2504-8886-00DF-67FF0072DD34}"/>
          </ac:spMkLst>
        </pc:spChg>
        <pc:spChg chg="mod">
          <ac:chgData name="iqra bakali" userId="a52b5528052b1c8f" providerId="Windows Live" clId="Web-{E21F12E3-B44A-7B11-8BF8-0AAD850D8648}" dt="2025-09-26T14:40:12.588" v="1" actId="20577"/>
          <ac:spMkLst>
            <pc:docMk/>
            <pc:sldMk cId="4129310743" sldId="261"/>
            <ac:spMk id="3" creationId="{96776E4C-FDDE-A086-68B3-2BC4753B4935}"/>
          </ac:spMkLst>
        </pc:spChg>
      </pc:sldChg>
    </pc:docChg>
  </pc:docChgLst>
  <pc:docChgLst>
    <pc:chgData name="iqra bakali" userId="a52b5528052b1c8f" providerId="Windows Live" clId="Web-{741C651C-5962-46CF-A182-40FB13369CB4}"/>
    <pc:docChg chg="modSld">
      <pc:chgData name="iqra bakali" userId="a52b5528052b1c8f" providerId="Windows Live" clId="Web-{741C651C-5962-46CF-A182-40FB13369CB4}" dt="2025-09-27T11:10:14.515" v="21" actId="20577"/>
      <pc:docMkLst>
        <pc:docMk/>
      </pc:docMkLst>
      <pc:sldChg chg="modSp">
        <pc:chgData name="iqra bakali" userId="a52b5528052b1c8f" providerId="Windows Live" clId="Web-{741C651C-5962-46CF-A182-40FB13369CB4}" dt="2025-09-27T11:10:14.515" v="21" actId="20577"/>
        <pc:sldMkLst>
          <pc:docMk/>
          <pc:sldMk cId="4129310743" sldId="261"/>
        </pc:sldMkLst>
        <pc:spChg chg="mod">
          <ac:chgData name="iqra bakali" userId="a52b5528052b1c8f" providerId="Windows Live" clId="Web-{741C651C-5962-46CF-A182-40FB13369CB4}" dt="2025-09-27T11:09:41.841" v="13" actId="20577"/>
          <ac:spMkLst>
            <pc:docMk/>
            <pc:sldMk cId="4129310743" sldId="261"/>
            <ac:spMk id="2" creationId="{9AAE1289-2504-8886-00DF-67FF0072DD34}"/>
          </ac:spMkLst>
        </pc:spChg>
        <pc:spChg chg="mod">
          <ac:chgData name="iqra bakali" userId="a52b5528052b1c8f" providerId="Windows Live" clId="Web-{741C651C-5962-46CF-A182-40FB13369CB4}" dt="2025-09-27T11:10:14.515" v="21" actId="20577"/>
          <ac:spMkLst>
            <pc:docMk/>
            <pc:sldMk cId="4129310743" sldId="261"/>
            <ac:spMk id="3" creationId="{96776E4C-FDDE-A086-68B3-2BC4753B49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1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50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79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83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72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57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025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82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44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14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047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1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n-US" b="1" i="1">
                <a:solidFill>
                  <a:schemeClr val="tx2">
                    <a:lumMod val="25000"/>
                    <a:lumOff val="75000"/>
                  </a:schemeClr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606" y="3602038"/>
            <a:ext cx="7063739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i="1">
                <a:solidFill>
                  <a:schemeClr val="tx2">
                    <a:lumMod val="25000"/>
                    <a:lumOff val="75000"/>
                  </a:schemeClr>
                </a:solidFill>
                <a:latin typeface="Arial"/>
                <a:ea typeface="Calibri"/>
                <a:cs typeface="Calibri"/>
              </a:rPr>
              <a:t>IQRA BAKALI</a:t>
            </a:r>
          </a:p>
          <a:p>
            <a:r>
              <a:rPr lang="en-US" sz="3600" b="1" i="1">
                <a:solidFill>
                  <a:schemeClr val="tx2">
                    <a:lumMod val="25000"/>
                    <a:lumOff val="75000"/>
                  </a:schemeClr>
                </a:solidFill>
                <a:latin typeface="Arial"/>
                <a:ea typeface="Calibri"/>
                <a:cs typeface="Calibri"/>
              </a:rPr>
              <a:t>TEACHER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7587-FBEB-C6A7-2E51-B07A215B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MY PERSONALITY TRAITS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0BA9-7C93-BAAA-B1A8-0A0748CB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sz="3600" dirty="0"/>
              <a:t>Hard working</a:t>
            </a:r>
          </a:p>
          <a:p>
            <a:pPr marL="457200" indent="-457200"/>
            <a:r>
              <a:rPr lang="en-US" sz="3600" dirty="0"/>
              <a:t>Multitasker</a:t>
            </a:r>
          </a:p>
          <a:p>
            <a:pPr marL="457200" indent="-457200"/>
            <a:r>
              <a:rPr lang="en-US" sz="3600" dirty="0"/>
              <a:t>Supportive</a:t>
            </a:r>
          </a:p>
          <a:p>
            <a:pPr marL="457200" indent="-457200"/>
            <a:r>
              <a:rPr lang="en-US" sz="3600" dirty="0"/>
              <a:t>Confident</a:t>
            </a:r>
          </a:p>
        </p:txBody>
      </p:sp>
    </p:spTree>
    <p:extLst>
      <p:ext uri="{BB962C8B-B14F-4D97-AF65-F5344CB8AC3E}">
        <p14:creationId xmlns:p14="http://schemas.microsoft.com/office/powerpoint/2010/main" val="2887665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C793-7EA1-9C64-7772-D6C1342F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HOBBIES AND INTREST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8E8E-B4B6-8482-2843-7F0CDFA0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Recites spirituals videos</a:t>
            </a:r>
          </a:p>
          <a:p>
            <a:r>
              <a:rPr lang="en-US" sz="3600" dirty="0"/>
              <a:t>Reading book</a:t>
            </a:r>
          </a:p>
          <a:p>
            <a:r>
              <a:rPr lang="en-US" sz="3600" dirty="0"/>
              <a:t>Cooking</a:t>
            </a:r>
          </a:p>
          <a:p>
            <a:r>
              <a:rPr lang="en-US" sz="3600" dirty="0"/>
              <a:t>Learning new tools</a:t>
            </a:r>
          </a:p>
          <a:p>
            <a:r>
              <a:rPr lang="en-US" sz="3600" dirty="0"/>
              <a:t>Searching new things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09268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FB4C-6720-709F-BBEA-DDAFBAE1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BA09-9F14-4A9E-52D4-69B7FEFA2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Students success</a:t>
            </a:r>
          </a:p>
          <a:p>
            <a:r>
              <a:rPr lang="en-US" sz="3600" dirty="0"/>
              <a:t>Certificates</a:t>
            </a:r>
          </a:p>
          <a:p>
            <a:r>
              <a:rPr lang="en-US" sz="3600" dirty="0"/>
              <a:t>Balancing family &amp; career</a:t>
            </a:r>
          </a:p>
          <a:p>
            <a:r>
              <a:rPr lang="en-US" sz="3600" dirty="0"/>
              <a:t>Balance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561249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D4139-C13F-1810-E3B0-4FE5C2A2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SKILLS LEARNED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AEFA-1205-F6CB-1579-909E7CC5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CV Writing</a:t>
            </a:r>
          </a:p>
          <a:p>
            <a:r>
              <a:rPr lang="en-US" sz="3600" dirty="0"/>
              <a:t>Communication </a:t>
            </a:r>
          </a:p>
          <a:p>
            <a:r>
              <a:rPr lang="en-US" sz="3600" err="1"/>
              <a:t>Github</a:t>
            </a:r>
            <a:r>
              <a:rPr lang="en-US" sz="3600" dirty="0"/>
              <a:t> usage </a:t>
            </a:r>
          </a:p>
          <a:p>
            <a:r>
              <a:rPr lang="en-US" sz="3600" dirty="0"/>
              <a:t>Slack usage</a:t>
            </a:r>
          </a:p>
          <a:p>
            <a:r>
              <a:rPr lang="en-US" sz="3600" dirty="0"/>
              <a:t>Presentation skills</a:t>
            </a:r>
          </a:p>
        </p:txBody>
      </p:sp>
    </p:spTree>
    <p:extLst>
      <p:ext uri="{BB962C8B-B14F-4D97-AF65-F5344CB8AC3E}">
        <p14:creationId xmlns:p14="http://schemas.microsoft.com/office/powerpoint/2010/main" val="2178467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7CCF-5B7B-3949-2B14-05CF21AA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FAVORITE  TOOL /TOPIC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719E2-046E-43CB-565B-76E07A0F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MS word</a:t>
            </a:r>
          </a:p>
          <a:p>
            <a:r>
              <a:rPr lang="en-US" sz="3600" dirty="0"/>
              <a:t>Power point</a:t>
            </a:r>
          </a:p>
          <a:p>
            <a:r>
              <a:rPr lang="en-US" sz="3600" dirty="0"/>
              <a:t>Slack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339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8B18-8C4E-70BF-8554-8E46B640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STRENGTHS </a:t>
            </a:r>
            <a:b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</a:br>
            <a:r>
              <a:rPr lang="en-US" b="1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&amp;</a:t>
            </a:r>
            <a:b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</a:br>
            <a:r>
              <a:rPr lang="en-US" b="1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WEAKNESS</a:t>
            </a:r>
            <a:endParaRPr lang="en-US" b="1" dirty="0">
              <a:solidFill>
                <a:schemeClr val="bg2">
                  <a:lumMod val="90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CE01A-D13B-819C-E0DD-1CB265BE3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STRENGTHS: Empathy, Creativity, Self confident</a:t>
            </a:r>
          </a:p>
          <a:p>
            <a:r>
              <a:rPr lang="en-US" sz="3600" dirty="0"/>
              <a:t>WEAKNESS: Over thinker, Less focus on self-care, public speaking</a:t>
            </a:r>
          </a:p>
        </p:txBody>
      </p:sp>
    </p:spTree>
    <p:extLst>
      <p:ext uri="{BB962C8B-B14F-4D97-AF65-F5344CB8AC3E}">
        <p14:creationId xmlns:p14="http://schemas.microsoft.com/office/powerpoint/2010/main" val="2775509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A929-4990-DC82-010E-433A4CD8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FUTURE </a:t>
            </a:r>
            <a:b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</a:br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&amp; </a:t>
            </a:r>
            <a:b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</a:br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ROLE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67AEA-1EBF-BD0A-17B8-075C2E499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Future goals: Inspire students, lifelong learning </a:t>
            </a:r>
          </a:p>
          <a:p>
            <a:r>
              <a:rPr lang="en-US" sz="3600" dirty="0"/>
              <a:t>ROLE MODEL:I consider myself as my own role model 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97772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F5FD-A951-CF5C-E065-3475785E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CLOSING </a:t>
            </a:r>
            <a:b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</a:br>
            <a:r>
              <a:rPr lang="en-US" b="1" dirty="0">
                <a:solidFill>
                  <a:schemeClr val="bg2">
                    <a:lumMod val="90000"/>
                  </a:schemeClr>
                </a:solidFill>
                <a:ea typeface="Calibri Light"/>
                <a:cs typeface="Calibri Light"/>
              </a:rPr>
              <a:t>QOUTE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963B-51D0-19ED-4108-796BED7AB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Believe you can and you're halfway there (Theodore Roosevelt)</a:t>
            </a:r>
          </a:p>
          <a:p>
            <a:r>
              <a:rPr lang="en-US" sz="3600" dirty="0"/>
              <a:t>Every ending is a new beginning</a:t>
            </a:r>
          </a:p>
        </p:txBody>
      </p:sp>
    </p:spTree>
    <p:extLst>
      <p:ext uri="{BB962C8B-B14F-4D97-AF65-F5344CB8AC3E}">
        <p14:creationId xmlns:p14="http://schemas.microsoft.com/office/powerpoint/2010/main" val="2192033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Atlas</vt:lpstr>
      <vt:lpstr>INTRODUCTION</vt:lpstr>
      <vt:lpstr>MY PERSONALITY TRAITS</vt:lpstr>
      <vt:lpstr>HOBBIES AND INTREST</vt:lpstr>
      <vt:lpstr>ACHIEVEMENTS</vt:lpstr>
      <vt:lpstr>SKILLS LEARNED IN THIS COURSE</vt:lpstr>
      <vt:lpstr>FAVORITE  TOOL /TOPIC</vt:lpstr>
      <vt:lpstr>STRENGTHS  &amp; WEAKNESS</vt:lpstr>
      <vt:lpstr>FUTURE  &amp;  ROLE MODEL</vt:lpstr>
      <vt:lpstr>CLOSING  QOUTE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362</cp:revision>
  <dcterms:created xsi:type="dcterms:W3CDTF">2025-09-25T18:45:39Z</dcterms:created>
  <dcterms:modified xsi:type="dcterms:W3CDTF">2025-09-27T12:56:45Z</dcterms:modified>
</cp:coreProperties>
</file>